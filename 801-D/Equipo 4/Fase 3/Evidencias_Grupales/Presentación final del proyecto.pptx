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L3BpZrNbq4gvSwauZegzr4iYe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C71A8E-E596-431D-80C3-B9BA96FB22E7}">
  <a:tblStyle styleId="{8FC71A8E-E596-431D-80C3-B9BA96FB22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1503" autoAdjust="0"/>
  </p:normalViewPr>
  <p:slideViewPr>
    <p:cSldViewPr snapToGrid="0">
      <p:cViewPr varScale="1">
        <p:scale>
          <a:sx n="63" d="100"/>
          <a:sy n="63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87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POZOS APP</a:t>
            </a:r>
            <a:r>
              <a:rPr lang="es-CL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Sección: 801D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Martin Nenen Carrasco</a:t>
              </a:r>
              <a:endParaRPr sz="2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Software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(Frontend, Backend &amp; QA)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Felipe González Araya</a:t>
              </a:r>
              <a:endParaRPr sz="2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ES" sz="20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(Visión del producto y priorización)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Maximiliano Hormaeche Rojas</a:t>
              </a:r>
              <a:endParaRPr sz="2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ES" sz="20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(Facilitador y eliminación de impedimentos)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Pozos App</a:t>
            </a: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6DF1637E-054E-86F4-0A6B-AD96BF921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978" y="1846774"/>
            <a:ext cx="1526699" cy="1087638"/>
          </a:xfrm>
          <a:prstGeom prst="rect">
            <a:avLst/>
          </a:prstGeom>
        </p:spPr>
      </p:pic>
      <p:pic>
        <p:nvPicPr>
          <p:cNvPr id="4" name="Imagen 3" descr="Un hombre con camisa y corbata&#10;&#10;El contenido generado por IA puede ser incorrecto.">
            <a:extLst>
              <a:ext uri="{FF2B5EF4-FFF2-40B4-BE49-F238E27FC236}">
                <a16:creationId xmlns:a16="http://schemas.microsoft.com/office/drawing/2014/main" id="{EA163D4E-57EC-F1A7-0D1A-41ADD7DAB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6977" y="3283671"/>
            <a:ext cx="1526697" cy="1204847"/>
          </a:xfrm>
          <a:prstGeom prst="rect">
            <a:avLst/>
          </a:prstGeom>
        </p:spPr>
      </p:pic>
      <p:pic>
        <p:nvPicPr>
          <p:cNvPr id="5" name="Imagen 4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DA2BE445-064E-F4A2-6A0D-1ED242075F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4544" y="4758636"/>
            <a:ext cx="1479130" cy="116678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manual de la informacion(Planillas en Excel).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Perdida de datos.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Falta de validación con datos exactos.</a:t>
            </a: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</a:p>
          <a:p>
            <a:pPr lvl="0" algn="ctr"/>
            <a:endParaRPr lang="es-CL" sz="1600" dirty="0"/>
          </a:p>
          <a:p>
            <a:pPr lvl="0" algn="ctr"/>
            <a:r>
              <a:rPr lang="es-C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Nuestra Solución: "Pozos App"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móvil (Android).</a:t>
            </a:r>
          </a:p>
          <a:p>
            <a:pPr lvl="0" algn="just"/>
            <a:endParaRPr lang="es-C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E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del ingreso de datos en tiempo real.</a:t>
            </a:r>
          </a:p>
          <a:p>
            <a:pPr lvl="0" algn="just"/>
            <a:endParaRPr lang="es-E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E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en la nube (Firebase).</a:t>
            </a:r>
            <a:endParaRPr lang="es-C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 dirty="0"/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móvil para optimizar la gestión y control de datos en el monitoreo de pozos.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4" y="4732407"/>
            <a:ext cx="10962967" cy="191804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Digitalizar los formularios de captura de datos(crear pozos, dashboard de los pozos, etc.)</a:t>
            </a:r>
          </a:p>
          <a:p>
            <a:pPr lvl="0" algn="ctr"/>
            <a:endParaRPr lang="es-E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/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una base de datos centralizada y segura (Firebase).</a:t>
            </a:r>
          </a:p>
          <a:p>
            <a:pPr lvl="0" algn="ctr"/>
            <a:endParaRPr lang="es-E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/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funcionalidades de geolocalización para ver donde se encuentran los pozos.</a:t>
            </a:r>
          </a:p>
          <a:p>
            <a:pPr lvl="0" algn="ctr"/>
            <a:endParaRPr lang="es-E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/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reportes automatizados para la toma de decisiones.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 dirty="0"/>
          </a:p>
        </p:txBody>
      </p:sp>
      <p:sp>
        <p:nvSpPr>
          <p:cNvPr id="132" name="Google Shape;132;p5"/>
          <p:cNvSpPr txBox="1"/>
          <p:nvPr/>
        </p:nvSpPr>
        <p:spPr>
          <a:xfrm>
            <a:off x="0" y="1432655"/>
            <a:ext cx="12191999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Alcances: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Autenticación de usuarios(registro y login seguros).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CRUD de pozos(Crear, Leer, Editar, Borrar).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 de mapas e integración de localización de pozos a través de coordenadas.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Generación de reportes operativos.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limitaciones del proyecto: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Despliegue limitado a dispositivos Android(APK).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sensores por partes de terceros.</a:t>
            </a:r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 dirty="0"/>
          </a:p>
        </p:txBody>
      </p:sp>
      <p:sp>
        <p:nvSpPr>
          <p:cNvPr id="140" name="Google Shape;140;p6"/>
          <p:cNvSpPr txBox="1"/>
          <p:nvPr/>
        </p:nvSpPr>
        <p:spPr>
          <a:xfrm>
            <a:off x="0" y="1432655"/>
            <a:ext cx="12191999" cy="8956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Utilizada: Metodología ágil.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utilizadas: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Trello: </a:t>
            </a: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Tablero para gestión de tareas.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 y repositorio.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Reuniones: </a:t>
            </a: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</a:t>
            </a:r>
            <a:r>
              <a:rPr lang="es-CL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CL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Daily</a:t>
            </a: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Standups</a:t>
            </a: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Sprint </a:t>
            </a:r>
            <a:r>
              <a:rPr lang="es-CL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148;p6">
            <a:extLst>
              <a:ext uri="{FF2B5EF4-FFF2-40B4-BE49-F238E27FC236}">
                <a16:creationId xmlns:a16="http://schemas.microsoft.com/office/drawing/2014/main" id="{E295AAA3-4350-BE46-DEF4-ADCD79D4FD1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5431" y="2311483"/>
            <a:ext cx="4512871" cy="38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 dirty="0"/>
          </a:p>
        </p:txBody>
      </p:sp>
      <p:sp>
        <p:nvSpPr>
          <p:cNvPr id="148" name="Google Shape;148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38F7C69-ACE8-AF49-7628-49CCD8FAA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89457"/>
              </p:ext>
            </p:extLst>
          </p:nvPr>
        </p:nvGraphicFramePr>
        <p:xfrm>
          <a:off x="838200" y="2507774"/>
          <a:ext cx="10515600" cy="2987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533764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539174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808953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065979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Sprint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Enfoque Principal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Fecha de Inicio del Sprint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Fecha de Término del Sprint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070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/>
                        <a:t>Sprint 0</a:t>
                      </a: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/>
                        <a:t>Conceptualización y Diseño Inicial</a:t>
                      </a: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13-08-2025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01-10-2025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14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/>
                        <a:t>Sprint 1</a:t>
                      </a: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/>
                        <a:t>Infraestructura y Monitoreo Básico</a:t>
                      </a: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15-09-2025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13-10-2025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081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/>
                        <a:t>Sprint 2</a:t>
                      </a: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/>
                        <a:t>Alertas y Notificaciones</a:t>
                      </a: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14-11-2025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20-11-2025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825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/>
                        <a:t>Sprint 3</a:t>
                      </a: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/>
                        <a:t>Gestión de Usuarios y Umbrales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15-11-2025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16-11-2025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370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/>
                        <a:t>Sprint 4</a:t>
                      </a: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/>
                        <a:t>Reportes y Análisis</a:t>
                      </a: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15-11-2025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16-11-2025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39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/>
                        <a:t>Sprint 5</a:t>
                      </a: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/>
                        <a:t>Cierre, Pruebas y Despliegue</a:t>
                      </a: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23-11-2025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23-11-2025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00131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 dirty="0"/>
          </a:p>
        </p:txBody>
      </p:sp>
      <p:sp>
        <p:nvSpPr>
          <p:cNvPr id="157" name="Google Shape;157;p8"/>
          <p:cNvSpPr txBox="1"/>
          <p:nvPr/>
        </p:nvSpPr>
        <p:spPr>
          <a:xfrm>
            <a:off x="1" y="710082"/>
            <a:ext cx="1219199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dirty="0"/>
          </a:p>
        </p:txBody>
      </p:sp>
      <p:cxnSp>
        <p:nvCxnSpPr>
          <p:cNvPr id="158" name="Google Shape;158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0FECE684-D805-C58A-804F-8DAD54A9A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94" y="1376139"/>
            <a:ext cx="10105666" cy="514902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 dirty="0"/>
          </a:p>
        </p:txBody>
      </p:sp>
      <p:sp>
        <p:nvSpPr>
          <p:cNvPr id="165" name="Google Shape;165;p9"/>
          <p:cNvSpPr txBox="1"/>
          <p:nvPr/>
        </p:nvSpPr>
        <p:spPr>
          <a:xfrm>
            <a:off x="825909" y="679619"/>
            <a:ext cx="985192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dirty="0"/>
          </a:p>
        </p:txBody>
      </p:sp>
      <p:cxnSp>
        <p:nvCxnSpPr>
          <p:cNvPr id="166" name="Google Shape;166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8E91FD81-8151-2779-8B08-9167BB716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88" y="1325950"/>
            <a:ext cx="11777370" cy="553204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 dirty="0"/>
          </a:p>
        </p:txBody>
      </p:sp>
      <p:sp>
        <p:nvSpPr>
          <p:cNvPr id="173" name="Google Shape;173;p10"/>
          <p:cNvSpPr txBox="1"/>
          <p:nvPr/>
        </p:nvSpPr>
        <p:spPr>
          <a:xfrm>
            <a:off x="136189" y="899638"/>
            <a:ext cx="11964372" cy="581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CL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Lenguajes: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184;p10">
            <a:extLst>
              <a:ext uri="{FF2B5EF4-FFF2-40B4-BE49-F238E27FC236}">
                <a16:creationId xmlns:a16="http://schemas.microsoft.com/office/drawing/2014/main" id="{661605DD-0F40-5E64-E245-426DCF38448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0339" y="1514323"/>
            <a:ext cx="3949425" cy="1344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88;p10">
            <a:extLst>
              <a:ext uri="{FF2B5EF4-FFF2-40B4-BE49-F238E27FC236}">
                <a16:creationId xmlns:a16="http://schemas.microsoft.com/office/drawing/2014/main" id="{4AC28664-B353-BCAB-D534-64A86E4B88D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9457" y="2828659"/>
            <a:ext cx="4044421" cy="1200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89;p10">
            <a:extLst>
              <a:ext uri="{FF2B5EF4-FFF2-40B4-BE49-F238E27FC236}">
                <a16:creationId xmlns:a16="http://schemas.microsoft.com/office/drawing/2014/main" id="{BCCF554F-4CD7-D7BD-F818-9D44297D83F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9764" y="2858885"/>
            <a:ext cx="3666952" cy="10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86;p10">
            <a:extLst>
              <a:ext uri="{FF2B5EF4-FFF2-40B4-BE49-F238E27FC236}">
                <a16:creationId xmlns:a16="http://schemas.microsoft.com/office/drawing/2014/main" id="{6CF2938B-9BC5-B855-8B01-50E916FBBBA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t="20431" b="10450"/>
          <a:stretch/>
        </p:blipFill>
        <p:spPr>
          <a:xfrm>
            <a:off x="1612128" y="4029340"/>
            <a:ext cx="3048726" cy="10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7;p10">
            <a:extLst>
              <a:ext uri="{FF2B5EF4-FFF2-40B4-BE49-F238E27FC236}">
                <a16:creationId xmlns:a16="http://schemas.microsoft.com/office/drawing/2014/main" id="{47C635BA-3C79-82A1-F891-9BE178590BC7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81089" y="3958160"/>
            <a:ext cx="2708602" cy="109927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AutoShape 2">
            <a:extLst>
              <a:ext uri="{FF2B5EF4-FFF2-40B4-BE49-F238E27FC236}">
                <a16:creationId xmlns:a16="http://schemas.microsoft.com/office/drawing/2014/main" id="{66FF483A-4D05-6489-A25E-8765AB2D23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72A2298-71EA-B4D1-96CE-CE5CA9576B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9606" y="5199795"/>
            <a:ext cx="2001015" cy="1359741"/>
          </a:xfrm>
          <a:prstGeom prst="rect">
            <a:avLst/>
          </a:prstGeom>
        </p:spPr>
      </p:pic>
      <p:pic>
        <p:nvPicPr>
          <p:cNvPr id="11" name="Imagen 10" descr="Logotipo&#10;&#10;El contenido generado por IA puede ser incorrecto.">
            <a:extLst>
              <a:ext uri="{FF2B5EF4-FFF2-40B4-BE49-F238E27FC236}">
                <a16:creationId xmlns:a16="http://schemas.microsoft.com/office/drawing/2014/main" id="{5C326BFF-5CEC-3E85-E9C0-4560448656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5115674"/>
            <a:ext cx="4533995" cy="1385622"/>
          </a:xfrm>
          <a:prstGeom prst="rect">
            <a:avLst/>
          </a:prstGeom>
        </p:spPr>
      </p:pic>
      <p:pic>
        <p:nvPicPr>
          <p:cNvPr id="13" name="Imagen 12" descr="Logotipo&#10;&#10;El contenido generado por IA puede ser incorrecto.">
            <a:extLst>
              <a:ext uri="{FF2B5EF4-FFF2-40B4-BE49-F238E27FC236}">
                <a16:creationId xmlns:a16="http://schemas.microsoft.com/office/drawing/2014/main" id="{310CA6CE-D309-D1DB-A514-F0D749669D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85789" y="5128615"/>
            <a:ext cx="2162611" cy="135974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1"/>
          <p:cNvSpPr txBox="1"/>
          <p:nvPr/>
        </p:nvSpPr>
        <p:spPr>
          <a:xfrm>
            <a:off x="-278441" y="117363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Exposición del sistema</a:t>
            </a:r>
            <a:endParaRPr sz="2400" dirty="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2"/>
          <p:cNvSpPr txBox="1"/>
          <p:nvPr/>
        </p:nvSpPr>
        <p:spPr>
          <a:xfrm>
            <a:off x="1" y="1459095"/>
            <a:ext cx="12191999" cy="94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funcional desplegada en Android(APK).</a:t>
            </a: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exitosa con Firebase y Google Maps.</a:t>
            </a: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de usuarios y seguridad de datos implementada.</a:t>
            </a: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Cumplimiento de los 5 Sprints planificados.</a:t>
            </a: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3"/>
          <p:cNvSpPr txBox="1"/>
          <p:nvPr/>
        </p:nvSpPr>
        <p:spPr>
          <a:xfrm>
            <a:off x="1" y="1360773"/>
            <a:ext cx="12191999" cy="11141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Técnicos:</a:t>
            </a:r>
          </a:p>
          <a:p>
            <a:pPr algn="ctr"/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Complejidad en la integración de la API de Google Maps.</a:t>
            </a:r>
          </a:p>
          <a:p>
            <a:pPr algn="ctr"/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Conflictos de versiones entre Android Studio, Gradle y librerías.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Gestión:</a:t>
            </a:r>
          </a:p>
          <a:p>
            <a:pPr algn="ctr"/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Coordinación de horarios del equipo y situaciones personales externas que impactaron la velocidad de algunos Sprints.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529</Words>
  <Application>Microsoft Office PowerPoint</Application>
  <PresentationFormat>Panorámica</PresentationFormat>
  <Paragraphs>168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Felipe González</cp:lastModifiedBy>
  <cp:revision>5</cp:revision>
  <dcterms:created xsi:type="dcterms:W3CDTF">2023-10-28T21:12:11Z</dcterms:created>
  <dcterms:modified xsi:type="dcterms:W3CDTF">2025-12-11T02:26:26Z</dcterms:modified>
</cp:coreProperties>
</file>